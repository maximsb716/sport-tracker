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embeddedFontLst>
    <p:embeddedFont>
      <p:font typeface="Lato" panose="020F0502020204030204" pitchFamily="34" charset="0"/>
      <p:regular r:id="rId17"/>
      <p:bold r:id="rId18"/>
      <p:italic r:id="rId19"/>
      <p:boldItalic r:id="rId20"/>
    </p:embeddedFont>
    <p:embeddedFont>
      <p:font typeface="Montserrat" panose="00000500000000000000" pitchFamily="2" charset="-52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1568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1568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6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36" name="Google Shape;36;p6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6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6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6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6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6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6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6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6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6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6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7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58" name="Google Shape;58;p7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7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7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7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7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7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7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7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7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7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7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7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7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7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7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7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7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8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80" name="Google Shape;80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" name="Google Shape;82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3" name="Google Shape;83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88" name="Google Shape;88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10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5" name="Google Shape;95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10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" name="Google Shape;98;p10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9" name="Google Shape;99;p10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1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3" name="Google Shape;103;p11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1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823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11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6" name="Google Shape;10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12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9" name="Google Shape;109;p12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19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2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2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2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2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2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2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2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2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5882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12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8" name="Google Shape;128;p12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34925" y="32300"/>
            <a:ext cx="8711400" cy="12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ГБОУ Школа № 709 имени дважды Героя Социалистического труда В.И. Долгих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3421175" y="801500"/>
            <a:ext cx="26967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Проектная работа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3105625" y="1211175"/>
            <a:ext cx="34164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Управление спортивным инвентарем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3876325" y="4620600"/>
            <a:ext cx="18750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Москва 202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  <p:sp>
        <p:nvSpPr>
          <p:cNvPr id="138" name="Google Shape;138;p13"/>
          <p:cNvSpPr txBox="1"/>
          <p:nvPr/>
        </p:nvSpPr>
        <p:spPr>
          <a:xfrm>
            <a:off x="4006025" y="1782252"/>
            <a:ext cx="5040300" cy="29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45021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Ученик ГБОУ школы №709 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0215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"И" класса: 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0215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Сбродов Максим Александрович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195" marR="0" lvl="0" indent="0" algn="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Научный руководитель: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0215" algn="r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Петрова Марина Владимировна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Актуальность: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4" name="Google Shape;144;p14"/>
          <p:cNvPicPr preferRelativeResize="0"/>
          <p:nvPr/>
        </p:nvPicPr>
        <p:blipFill rotWithShape="1">
          <a:blip r:embed="rId3">
            <a:alphaModFix/>
          </a:blip>
          <a:srcRect b="16149"/>
          <a:stretch/>
        </p:blipFill>
        <p:spPr>
          <a:xfrm>
            <a:off x="2554963" y="1017025"/>
            <a:ext cx="4034075" cy="194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4"/>
          <p:cNvSpPr txBox="1"/>
          <p:nvPr/>
        </p:nvSpPr>
        <p:spPr>
          <a:xfrm>
            <a:off x="1961147" y="2959374"/>
            <a:ext cx="54459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Численность населения России, систематически занимающегося физической культурой и спортом с 2000-2017 гг.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 txBox="1">
            <a:spLocks noGrp="1"/>
          </p:cNvSpPr>
          <p:nvPr>
            <p:ph type="title"/>
          </p:nvPr>
        </p:nvSpPr>
        <p:spPr>
          <a:xfrm>
            <a:off x="1106100" y="320125"/>
            <a:ext cx="70389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5"/>
          <p:cNvSpPr txBox="1">
            <a:spLocks noGrp="1"/>
          </p:cNvSpPr>
          <p:nvPr>
            <p:ph type="body" idx="1"/>
          </p:nvPr>
        </p:nvSpPr>
        <p:spPr>
          <a:xfrm>
            <a:off x="1106100" y="743000"/>
            <a:ext cx="7038900" cy="15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ct val="70270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Создание сайта, который обеспечит автоматизацию процесса учета и управления спортивным инвентарем, повысит эффективность работы спортивных организаций и улучшит контроль за использование ресурсов.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5"/>
          <p:cNvSpPr txBox="1">
            <a:spLocks noGrp="1"/>
          </p:cNvSpPr>
          <p:nvPr>
            <p:ph type="body" idx="1"/>
          </p:nvPr>
        </p:nvSpPr>
        <p:spPr>
          <a:xfrm>
            <a:off x="1106100" y="2659800"/>
            <a:ext cx="7482900" cy="24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5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Разработать структурную и функциональную схемы сайта.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5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Разработать основный алгоритм.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5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Выбрать СУБД и внедрить ее в программный продукт.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5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Разработать структуру базы данных.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5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Протестировать и оптимизировать сайт.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1106100" y="2272375"/>
            <a:ext cx="1614600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Задачи: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>
            <a:spLocks noGrp="1"/>
          </p:cNvSpPr>
          <p:nvPr>
            <p:ph type="title"/>
          </p:nvPr>
        </p:nvSpPr>
        <p:spPr>
          <a:xfrm>
            <a:off x="1073025" y="74750"/>
            <a:ext cx="16572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6"/>
          <p:cNvSpPr txBox="1">
            <a:spLocks noGrp="1"/>
          </p:cNvSpPr>
          <p:nvPr>
            <p:ph type="body" idx="1"/>
          </p:nvPr>
        </p:nvSpPr>
        <p:spPr>
          <a:xfrm>
            <a:off x="1341663" y="3148350"/>
            <a:ext cx="70389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Эффективное управление спортивным инвентарем важно для успешной работы спортивных организаций. Проект "Сайт для управления спортивным инвентарем" упрощает учет, распределение и контроль оборудования.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00013" y="571275"/>
            <a:ext cx="3722177" cy="257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>
            <a:spLocks noGrp="1"/>
          </p:cNvSpPr>
          <p:nvPr>
            <p:ph type="title"/>
          </p:nvPr>
        </p:nvSpPr>
        <p:spPr>
          <a:xfrm>
            <a:off x="1346575" y="398675"/>
            <a:ext cx="7212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Структурная схема программного продукта: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24038" y="1717688"/>
            <a:ext cx="2834175" cy="157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1200" y="1214638"/>
            <a:ext cx="3401801" cy="25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1850275" y="3975425"/>
            <a:ext cx="17817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Пользователь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702750" y="3975425"/>
            <a:ext cx="2018700" cy="4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Администратор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>
            <a:spLocks noGrp="1"/>
          </p:cNvSpPr>
          <p:nvPr>
            <p:ph type="title"/>
          </p:nvPr>
        </p:nvSpPr>
        <p:spPr>
          <a:xfrm>
            <a:off x="1297500" y="24650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Функциональная схема программного продукта: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 rotWithShape="1">
          <a:blip r:embed="rId3">
            <a:alphaModFix/>
          </a:blip>
          <a:srcRect b="53005"/>
          <a:stretch/>
        </p:blipFill>
        <p:spPr>
          <a:xfrm>
            <a:off x="1185225" y="1180251"/>
            <a:ext cx="4009058" cy="251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/>
          <p:cNvPicPr preferRelativeResize="0"/>
          <p:nvPr/>
        </p:nvPicPr>
        <p:blipFill rotWithShape="1">
          <a:blip r:embed="rId3">
            <a:alphaModFix/>
          </a:blip>
          <a:srcRect t="46943"/>
          <a:stretch/>
        </p:blipFill>
        <p:spPr>
          <a:xfrm>
            <a:off x="5296150" y="1160600"/>
            <a:ext cx="3551050" cy="25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Примеры функций: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97500" y="1092150"/>
            <a:ext cx="3715049" cy="19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79850" y="1092150"/>
            <a:ext cx="3597249" cy="68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7500" y="3299925"/>
            <a:ext cx="3715051" cy="744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79850" y="1921125"/>
            <a:ext cx="3597251" cy="99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279850" y="3148552"/>
            <a:ext cx="3597250" cy="895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Блок-схема основного алгоритма: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2" name="Google Shape;192;p20" descr="Изображение выглядит как текст, диаграмма, снимок экрана, линия&#10;&#10;Контент, сгенерированный ИИ, может содержать ошибки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5500" y="1349950"/>
            <a:ext cx="4490499" cy="30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Основная часть кода: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9350" y="1062675"/>
            <a:ext cx="3795436" cy="3530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30886" y="125275"/>
            <a:ext cx="3708539" cy="23547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95899" y="2571750"/>
            <a:ext cx="3060451" cy="247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/>
        </p:nvSpPr>
        <p:spPr>
          <a:xfrm>
            <a:off x="399425" y="120375"/>
            <a:ext cx="4410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Скриншоты работы сайта: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25" y="705450"/>
            <a:ext cx="5430276" cy="349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8851" y="705450"/>
            <a:ext cx="2926076" cy="1815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13075" y="2788849"/>
            <a:ext cx="3103048" cy="1518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>
            <a:spLocks noGrp="1"/>
          </p:cNvSpPr>
          <p:nvPr>
            <p:ph type="title"/>
          </p:nvPr>
        </p:nvSpPr>
        <p:spPr>
          <a:xfrm>
            <a:off x="626850" y="285650"/>
            <a:ext cx="4587000" cy="6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Скриншоты работы сайта: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214" name="Google Shape;21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5575" y="783375"/>
            <a:ext cx="3835849" cy="2416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6224" y="204000"/>
            <a:ext cx="4487777" cy="2951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94725" y="3350428"/>
            <a:ext cx="4245350" cy="179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>
            <a:spLocks noGrp="1"/>
          </p:cNvSpPr>
          <p:nvPr>
            <p:ph type="title"/>
          </p:nvPr>
        </p:nvSpPr>
        <p:spPr>
          <a:xfrm>
            <a:off x="626850" y="285650"/>
            <a:ext cx="4587000" cy="6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Скриншоты работы сайта: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222" name="Google Shape;22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650" y="591975"/>
            <a:ext cx="4317598" cy="270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976" y="3360075"/>
            <a:ext cx="3433124" cy="164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76660" y="2792599"/>
            <a:ext cx="3901030" cy="1986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94750" y="388762"/>
            <a:ext cx="3464852" cy="1751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>
            <a:spLocks noGrp="1"/>
          </p:cNvSpPr>
          <p:nvPr>
            <p:ph type="title"/>
          </p:nvPr>
        </p:nvSpPr>
        <p:spPr>
          <a:xfrm>
            <a:off x="436775" y="534975"/>
            <a:ext cx="66747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ru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Выводы: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436775" y="1128800"/>
            <a:ext cx="5874900" cy="313929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результате работы над проектом "Сайт для управления спортивным инвентарем" мы разработали</a:t>
            </a:r>
            <a:r>
              <a:rPr lang="ru" sz="2400" b="0" i="0" u="none" strike="noStrike" cap="none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структурную и функциональную схему сайта, основной алгоритм работы и выбрали СУБД, подходящую для сайта и </a:t>
            </a:r>
            <a:r>
              <a:rPr lang="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готовую версию сайта, состоящую из более чем 3350 строк кода.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/>
        </p:nvSpPr>
        <p:spPr>
          <a:xfrm>
            <a:off x="2996100" y="2294700"/>
            <a:ext cx="3151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Office PowerPoint</Application>
  <PresentationFormat>Экран (16:9)</PresentationFormat>
  <Paragraphs>34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Lato</vt:lpstr>
      <vt:lpstr>Montserrat</vt:lpstr>
      <vt:lpstr>Focus</vt:lpstr>
      <vt:lpstr>ГБОУ Школа № 709 имени дважды Героя Социалистического труда В.И. Долгих</vt:lpstr>
      <vt:lpstr>Актуальность:</vt:lpstr>
      <vt:lpstr>Цель:</vt:lpstr>
      <vt:lpstr>Введение:</vt:lpstr>
      <vt:lpstr>Структурная схема программного продукта:</vt:lpstr>
      <vt:lpstr>Функциональная схема программного продукта:</vt:lpstr>
      <vt:lpstr>Примеры функций:</vt:lpstr>
      <vt:lpstr>Блок-схема основного алгоритма:</vt:lpstr>
      <vt:lpstr>Основная часть кода:</vt:lpstr>
      <vt:lpstr>Презентация PowerPoint</vt:lpstr>
      <vt:lpstr>Скриншоты работы сайта:  </vt:lpstr>
      <vt:lpstr>Скриншоты работы сайта:  </vt:lpstr>
      <vt:lpstr>Выводы: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Александр Сбродов</cp:lastModifiedBy>
  <cp:revision>1</cp:revision>
  <dcterms:modified xsi:type="dcterms:W3CDTF">2026-01-25T10:37:38Z</dcterms:modified>
</cp:coreProperties>
</file>